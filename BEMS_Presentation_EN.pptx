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502920" y="640080"/>
            <a:ext cx="502920" cy="5029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71323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Operations Console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Building Energy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Detection &amp; Response 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3657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6-stage agent pipeline · multi-zone telemetry · ML recovery · rule-engine diagnostics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4754880"/>
            <a:ext cx="4572000" cy="146304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920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ICT Module 4 · Intermediate Project
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 Sung-hyun  · 2021271250
</a:t>
            </a:r>
            <a:pPr indent="0" marL="0">
              <a:buNone/>
            </a:pPr>
            <a:r>
              <a:rPr lang="en-US" sz="120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Project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· Spring Semester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We'll walk through how the system works and what each component does, in order.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definition and approach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72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5272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72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Libraries used and code stats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272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1·2  Data Generation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5272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 + Transmitter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5272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  Collector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5272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+ SQLite hub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344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  ML Processor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1344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+ 3-detector ensemble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364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344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  Decision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1344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rule engine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344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6  Dashboard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1344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operations console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1344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Capabilities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01344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system can do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6364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6364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2823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344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 + Future Work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01344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and next steps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·  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Building Energy Anomaly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problem matters, and how it is solved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023360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smart building's IoT sensor network suffers from wireless interference, inter-floor signal attenuation, and congestion.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Loss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vanishes in transit, leaving gaps in the 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WiFi congestion causes irregular 0.5–3 s delays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interference adds Gaussian noise to readings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Missed Anomalies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Fire, HVAC failure, etc. escalate before the operator notices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37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six-stage agent pipeline — deliberately inject network degradation, recover with ML, diagnose with a rule engine.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3796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interpolation fills dropped sequences for a gapless series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Z-score · hard threshold · IsolationForest — a 3-detector ensemble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0372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the fired-sensor pattern to 9 rules to infer root cause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3796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 console — 7-tab operations view with scenario injection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·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stage is an independent process; they communicate only over REST.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simulation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04825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degradation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01421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196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5196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③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25196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5196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hub + 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598017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④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Interpolate + detect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4613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⑤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18388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8388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Rule-engine diagnosis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991209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498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4984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⑥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01498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498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console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 GENERATION  &amp;  TRANSPORT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 &amp;  PROCESSING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 &amp;  PRESENTATION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77240" y="5029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Design Principles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7724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🔌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4300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comms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14300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Loose coupling — agents can be swapped or distributed individually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31292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💾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467868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persistence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7868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 mode for concurrent read/write · data survives restart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84860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21436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worker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436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pushes every 1 s — no dependence on dashboard polling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·  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 &amp; Code Stats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pure rule-engine implementation — no external LLM dependency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94944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6280" y="2267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64922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700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670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Python with type hints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729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comms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httpx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729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auto OpenAPI docs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758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4028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 (WAL)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26280" y="367588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· concurrent read/write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13308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17880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/ 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40280" y="41788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· pandas · scikit-learn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2628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Rolling window · IsolationForest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63600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8172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40280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+ Plotly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26280" y="46817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refresh · interactive charts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1846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40280" y="5184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26280" y="51846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cases · incl. deadlock regression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1520" y="56418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6875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40280" y="5687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26280" y="5687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726680" y="2103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26680" y="21031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0" y="2103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2,792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4183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26680" y="27889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726680" y="27889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0" y="27889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26680" y="34747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726680" y="34747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474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4183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26680" y="41605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726680" y="41605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55280" y="41605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941832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Detectors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726680" y="48463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726680" y="48463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0" y="4846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9418320" y="4846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Rules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26680" y="5532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726680" y="55321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55280" y="5532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9418320" y="5532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 Cases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·  DATA  GENERATION  +  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 · Generator   ▸   Stage 2 · Transmitter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 sensor data, then deliberately inject real-world network degradation.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src/agents/generator.py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Synthesizes 4-channel BEMS sensors for 3 zones every second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8892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69080" y="3246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(kW)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538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– 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35387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(°C)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88920" y="38313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– 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69080" y="3831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30  /  &lt; 15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239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 (%)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41239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– 60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123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75  /  &lt; 25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CO₂ (ppm)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88920" y="44165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 – 800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69080" y="4416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1200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Daily occupancy cycle (sin) + Gaussian noise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Every sample carries a ground-truth label (is_anomaly, scenario)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4% chance to auto-inject one of 5 scenarios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6364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9951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99516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src/agents/transmitter.py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Generator samples, deliberately degrades them, forwards to Collector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37960" y="32461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2918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33192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Transmission Delay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5570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 – 1.5 s random delay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040880" y="37764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WiFi congestion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41605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42062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✖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040880" y="42336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 Drop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40880" y="44714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Drops 10% of packets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40880" y="46908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inter-floor attenuation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37960" y="50749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51206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040880" y="51480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53858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Gaussian noise × 1.2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040880" y="56052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 EM interference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 ·  STAGE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 — FastAPI Hub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entry point for all data, the persistent store, and the host of the background worker.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4008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/docs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/truth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Generator's clean sample (for evaluation)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63040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3145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Transmitter's degraded packet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scenario or custom sample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6304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3767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Reset the operational store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63040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/raw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40782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Buffered readings + missing-seq list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46304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/processed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ML-recovered + anomaly-flagged frame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46304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/decisions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47000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+ diagnosis + action history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46304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83280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Per-zone packet stats + worker state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4630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/evaluation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5321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MAE + detection P/R/F1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463040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/scenarios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83280" y="5632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Preset scenario library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46304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5943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Liveness probe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2103120"/>
            <a:ext cx="44805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178040" y="2103120"/>
            <a:ext cx="73152" cy="196596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0664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Store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4066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data/bems.sqlite3  ·  WAL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0664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35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truth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680960" y="30358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Generator's original samples (ground truth)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0664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635240" y="32186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680960" y="34198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Degraded data sent by the Transmitter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0664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35240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80960" y="38039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· diagnosis · action results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040" y="4206240"/>
            <a:ext cx="44805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178040" y="4206240"/>
            <a:ext cx="73152" cy="210312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297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Worker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74066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s interval · push-based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406640" y="48920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Stages 4 + 5 on a background thread. Decisions keep being made and persisted to the DB even when the dashboard is closed.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Processes only new readings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On error, records last_error and keeps running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Shares the store safely via a dedicated lock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 ·  STAGE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 — Interpolation + 3-Detector Ensemble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 the data that was lost, then catch anomalies in what remains.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Reindex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missing seq rows with NaN to make it continuous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8328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8620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 NaN values via linear interpolation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8076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3 detectors in parallel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667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7824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8116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OR Z-score OR IForest → anomaly_any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383280"/>
            <a:ext cx="35356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Robust Z-score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8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Statistical · univariate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Estimates σ robustly via MAD (median absolute deviation). Flags when |z| &gt; 3.2.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Fast, computed per window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 single outlier won't poison the statistics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1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2920" y="3383280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1520" y="3474720"/>
            <a:ext cx="365760" cy="365760"/>
          </a:xfrm>
          <a:prstGeom prst="ellipse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99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Threshold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9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Physical-spec based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Directly compares against hard limits from the sensor spec (e.g. power &gt; 8 kW, temp &gt; 30°C).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4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4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4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Explainable, the domain rule as-is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basis for Critical severity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2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22920" y="3383280"/>
            <a:ext cx="35356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51520" y="3474720"/>
            <a:ext cx="365760" cy="365760"/>
          </a:xfrm>
          <a:prstGeom prst="ellipse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5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80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IsolationForest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0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Multivariate · ML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5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scikit-learn IsolationForest, contamination=0.02. Flags abnormal multi-sensor patterns.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5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5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35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Catches patterns no single sensor can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n_estimators=80 · trained per zone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 ·  STAGE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— Deterministic Rule Engine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Matches which sensors fired in which direction to infer the root cause.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CLASSIFICATION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8424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trigger fired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1992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Z-score or IForest fired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560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Hard-limit breach  or  |z| &gt; 4.0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46120"/>
            <a:ext cx="11155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337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ENGINE  ·  9 rules, matched top-down, first match wins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ID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14884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SIGNALS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26280" y="3657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FORBIDDEN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8932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32520" y="3657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3931920"/>
            <a:ext cx="106070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02336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48840" y="402336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 + co2↑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26280" y="402336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89320" y="402336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Possible fire / thermal event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732520" y="402336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smoke detectors, dispatch inspection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77240" y="425196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5653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148840" y="425653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 + humidity↑ + co2↑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26280" y="425653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989320" y="425653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cooling failure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732520" y="425653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chiller, switch to backup AHU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" y="448513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48970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148840" y="448970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power↑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26280" y="448970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temp↑, co2↑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989320" y="448970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power load event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732520" y="448970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high-consumption circuit, load shed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471830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72287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148840" y="472287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temp↓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26280" y="472287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989320" y="472287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Heating loss / open vent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732520" y="472287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heating loop, inspect doors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7240" y="4951476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956048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148840" y="4956048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co2↑ + humidity↑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26280" y="4956048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power↑, temp↑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989320" y="4956048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 / under-ventilation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732520" y="4956048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Raise outdoor-air damper set-point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77240" y="5184648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7240" y="518922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humidity_anomaly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48840" y="518922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526280" y="518922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989320" y="518922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 anomaly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732520" y="518922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dehumidifier, water ingress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77240" y="541782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42239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low_humidity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148840" y="542239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humidity↓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26280" y="542239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989320" y="542239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humidity / dry air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732520" y="542239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Engage humidifier, check steam pressure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777240" y="565099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65556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co2_only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148840" y="565556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co2↑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526280" y="565556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89320" y="565556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Elevated CO₂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732520" y="565556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Increase outdoor-air intake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77240" y="588416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7240" y="588873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temperature_only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148840" y="588873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temp↑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526280" y="588873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989320" y="588873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drift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8732520" y="588873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set-point, inspect VAV box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 ·  STAGE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— Enterprise Operations Console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seven-tab Streamlit console that visualizes live data and accepts user input.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25831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floor-plan view · zones glow by severity · drill-down sensor charts · quick fault inject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04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60420" y="2103120"/>
            <a:ext cx="25831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33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005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890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health board · 6 service states · decision timeline · per-zone cards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103120"/>
            <a:ext cx="25831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465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 selector · 4-sensor live charts · raw vs interpolated · anomaly overlays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754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075420" y="2103120"/>
            <a:ext cx="25831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155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40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6-agent topology · each agent's status / KPIs / role / source file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4133088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127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4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 · zone filters · diagnosis/action/evidence columns · CSV export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1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12920" y="4133088"/>
            <a:ext cx="353568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9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5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4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inject of 5 presets · custom sensor-value form · recent injections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2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22920" y="4133088"/>
            <a:ext cx="353568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76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Metrics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5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MAE table · 4-detector P/R/F1 table · F1 comparison bars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 &amp;  Alerts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two screens operators use to monitor the system and act on alerts.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0" y="2724912"/>
            <a:ext cx="73152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031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83464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976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ZONES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640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4782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782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4782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847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3164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64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3164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1546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546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1546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823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9928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928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39928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831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31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4831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Services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" y="41605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41605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080" y="443484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1520" y="44348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Transmitter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080" y="470916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" y="47091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40080" y="498348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4983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Processor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40080" y="525780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2578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40080" y="55321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1520" y="5532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#2  —  Operations View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6364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35508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76656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OK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35508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71323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86384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59536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9326880" y="2724912"/>
            <a:ext cx="73152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100584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107899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#5  —  Alerts Feed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400800" y="3108960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400800" y="3108960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10528" y="3145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14:23:05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6510528" y="35478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33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7589520" y="3163824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Possible fire / thermal event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7589520" y="338328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Verify smoke detectors; dispatch on-site inspection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400800" y="3785616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00800" y="3785616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510528" y="3822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14:23:04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510528" y="4224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Zone-B · seq 28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7589520" y="3840480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cooling failure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7589520" y="405993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Inspect chiller, switch to backup AHU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400800" y="4462272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400800" y="4462272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10528" y="44988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14:23:03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6510528" y="49011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Zone-C · seq 44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7589520" y="451713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 / under-ventilation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7589520" y="47365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Raise outdoor-air damper set-point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400800" y="51389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400800" y="5138928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10528" y="517550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14:23:02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6510528" y="55778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31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7589520" y="519379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drift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7589520" y="54132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Verify set-point, inspect VAV box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  &amp;  Quality Metrics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 scenarios yourself and evaluate system quality quantitatively.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#6  —  Scenario Lab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Lab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Controlled Fault Injection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synthetic samples into the pipeline to validate runbooks. Injected samples are labelled as ground-truth anomalies.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47472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5295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6758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80160" y="4178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HVAC Failure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80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5354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0160" y="4681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Power Load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" y="498348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83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🧊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038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80160" y="51846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Cold Snap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48640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486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280160" y="5687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Spike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#7  —  Quality Metrics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4652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Metrics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4652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against ground-truth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46520" y="2880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Interpolation MAE  ·  recovered seqs only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46520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00100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73252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446520" y="3410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0100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kW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32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46520" y="366674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°C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3252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46520" y="39227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humidity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0100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3252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46520" y="41788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co2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00100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ppm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73252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11.8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46520" y="46177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F1  ·  vs ground-truth labels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446520" y="4892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zscore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26680" y="493776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26680" y="4937760"/>
            <a:ext cx="2370125" cy="146304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064240" y="48920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46520" y="51663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hard_threshold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26680" y="521208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726680" y="5212080"/>
            <a:ext cx="2995574" cy="146304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1064240" y="51663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446520" y="5440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iforest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726680" y="548640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726680" y="5486400"/>
            <a:ext cx="2238451" cy="146304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064240" y="5440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446520" y="5715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726680" y="576072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26680" y="5760720"/>
            <a:ext cx="3094330" cy="146304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064240" y="57150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 · 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system can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things a user can actually 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monitoring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4-sensor data across 3 zones on 1-second live charts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8660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Packet-loss recovery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Auto-interpolate the 10% dropped sequences to remove gaps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Multi-detector comparison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588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Z-score · hard threshold · IsolationForest together and compare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root-cause inference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9 rules to diagnose the event type and output a recommended action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2588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injection testing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2588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5 presets (fire/HVAC/peak/cold/occupancy), or enter custom values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8660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Quantitative quality evaluation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interpolation MAE and each detector's P/R/F1 against ground truth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8580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📤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export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2588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the filtered alert list as CSV (operations report)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0866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persistence &amp; reset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8660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keeps history across restarts; one-click reset in the sidebar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6C4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 ·  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Achievements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project achieved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Six-stage agent pipeline — every stage an independent process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the series intact under 10% packet loss + 0.2–1.5 s delay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3-detector ensemble catches both univariate and multivariate anomalies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9-rule engine — deterministic, auditable diagnosis (no black box)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Enterprise-style 7-tab operations console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pytest cases — including a deadlock regression test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P/R/F1 evaluation against ground-truth labels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6A4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5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goes next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4944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distributions to the real ASHRAE dataset (currently a sin approximation)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time-series model — compare LSTM/AR against IsolationForest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940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944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push over WebSocket (currently polling)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Multi-site expansion and role separation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2940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944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delivery channels — Slack / email / pager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944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Grafana / Prometheus metrics export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authentication (/ingest is currently open)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 ·  Q &amp; 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BEMS Anomaly Operations Center · ICT Module 4 · Kim Sung-hyun 2021271250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44200" y="6583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ICT Module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BEMS Anomaly Operations Center</dc:title>
  <dc:subject>PptxGenJS Presentation</dc:subject>
  <dc:creator>Kim Sung-hyun · 2021271250</dc:creator>
  <cp:lastModifiedBy>Kim Sung-hyun · 2021271250</cp:lastModifiedBy>
  <cp:revision>1</cp:revision>
  <dcterms:created xsi:type="dcterms:W3CDTF">2026-05-31T04:19:46Z</dcterms:created>
  <dcterms:modified xsi:type="dcterms:W3CDTF">2026-05-31T04:19:46Z</dcterms:modified>
</cp:coreProperties>
</file>