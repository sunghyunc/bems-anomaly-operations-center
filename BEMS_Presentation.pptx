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502920" y="640080"/>
            <a:ext cx="502920" cy="5029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71323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Operations Console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Smart Building Energy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Anomaly Detection &amp; Response 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3657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6-stage agent pipeline · multi-zone telemetry · ML recovery · rule-engine diagnostics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4754880"/>
            <a:ext cx="4572000" cy="146304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920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ICT Module 4 · Intermediate Project
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김성현  · 2021271250
</a:t>
            </a:r>
            <a:pPr indent="0" marL="0">
              <a:buNone/>
            </a:pPr>
            <a:r>
              <a:rPr lang="en-US" sz="120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Individual Project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Plotly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· Spring Semester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순서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발표는 시스템의 동작 원리와 각 컴포넌트의 기능을 차례로 살펴봅니다.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정의와 해결 접근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72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5272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72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라이브러리와 코드 통계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272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1·2  데이터 생성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5272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 + Transmitter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5272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3  Collector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5272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+ SQLite 허브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344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4  ML Processor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1344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+ 3-detector 앙상블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364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344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5  Decision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1344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결정론적 룰 엔진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344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6  Dashboard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1344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엔터프라이즈 운영 콘솔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1344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정리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01344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시스템으로 할 수 있는 일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6364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6364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2823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344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+ 향후 과제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01344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성과와 다음 단계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빌딩 에너지 이상 탐지 시스템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문제를 풀어야 하고, 어떻게 풀었는가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023360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(Problem)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빌딩의 IoT 센서 네트워크는 무선 간섭, 층간 신호 감쇠, 네트워크 혼잡에 시달립니다.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손실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전송 중 데이터가 사라져 분석에 공백이 생긴다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 지연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 혼잡으로 0.5–3초 사이의 불규칙한 지연이 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노이즈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 간섭으로 측정값에 가우시안 잡음이 섞임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 상황 누락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운영자가 알아채기 전에 화재, HVAC 고장 등이 진행됨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(Solution)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37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 — 실제 네트워크 열화를 의도적으로 주입하고, ML로 복구하고, 룰 엔진으로 진단합니다.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3796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선형 보간으로 손실 시퀀스를 채워 단절 없는 시계열 확보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· 하드 임계 · IsolationForest 3-detector 앙상블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0372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발생 패턴을 9개 룰과 매칭하여 근본 원인 추정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3796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Streamlit 콘솔 — 6탭 운영 화면과 시나리오 주입 기능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독립된 프로세스이며, REST API로만 통신합니다.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시뮬레이션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04825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열화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01421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196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5196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25196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5196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허브 + 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598017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+ 이상 탐지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4613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18388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8388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룰 엔진 진단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991209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498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4984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01498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498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콘솔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 GENERATION  &amp;  TRANSPORT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INTELLIGENCE  &amp;  PROCESSING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 &amp;  PRESENTATION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77240" y="5029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설계 원칙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7724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🔌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4300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통신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14300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간 결합도가 낮아 개별 교체·분산 배치 가능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31292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💾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467868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영속화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7868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 모드로 동시 읽기/쓰기 · 재시작 후 데이터 유지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84860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⚙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21436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워커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436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Decision은 1초 주기로 push, 대시보드 폴링에 의존하지 않음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스택과 코드 통계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LLM 의존성 없는 순수 룰 엔진 구현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94944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LAYER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6280" y="2267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64922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700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670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타입 힌트 활용 모던 파이썬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729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통신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httpx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729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· 자동 OpenAPI 문서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758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영속화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4028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 (WAL)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26280" y="367588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트랜잭션 · 동시 읽기/쓰기 지원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13308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17880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데이터/ML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40280" y="41788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· pandas · scikit-learn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2628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롤링 윈도우 · IsolationForest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63600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8172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40280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+ Plotly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26280" y="46817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 새로고침 · 인터랙티브 차트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1846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40280" y="5184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26280" y="51846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 케이스 · 데드락 회귀 포함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1520" y="56418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6875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버전 관리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40280" y="5687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26280" y="5687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726680" y="2103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26680" y="21031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0" y="2103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2,792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4183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Lines of Code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26680" y="27889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726680" y="27889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0" y="27889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26680" y="34747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726680" y="34747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474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4183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26680" y="41605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726680" y="41605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55280" y="41605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941832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Detectors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726680" y="48463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726680" y="48463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0" y="4846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9418320" y="4846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Rules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26680" y="5532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726680" y="55321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55280" y="5532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9418320" y="5532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 Cases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DATA  GENERATION  +  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1 · Generator   ▸   Stage 2 · Transmitter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데이터를 합성하고, 현실의 네트워크 열화를 의도적으로 주입합니다.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src/agents/generator.py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zone에 대해 4채널 BEMS 센서를 1초마다 합성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8892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69080" y="3246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ANOMALY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 (kW)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538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– 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35387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(°C)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88920" y="38313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– 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69080" y="3831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30  /  &lt; 15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239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 (%)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41239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– 60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123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75  /  &lt; 25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CO₂ (ppm)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88920" y="44165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– 800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69080" y="4416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1200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일일 점유율 사이클 (sin) + Gaussian 노이즈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매 샘플마다 ground-truth label (is_anomaly, scenario)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4% 확률로 5개 시나리오 중 하나를 자동 주입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6364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9951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99516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src/agents/transmitter.py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 샘플을 받아 의도적으로 망가뜨려 Collector로 전송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37960" y="32461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2918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33192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Transmission Delay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5570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 – 1.5s 랜덤 지연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040880" y="37764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 혼잡 모사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41605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42062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✖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040880" y="42336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Packet Drop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40880" y="44714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확률로 패킷 폐기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40880" y="46908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층간 신호 감쇠 모사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37960" y="50749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51206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≈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040880" y="51480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53858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Gaussian noise × 1.2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040880" y="56052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전자파 간섭 모사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STAGE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 — FastAPI 허브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데이터의 진입점이자 영속 저장소, 그리고 백그라운드 워커의 호스트.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4008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· /docs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/truth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Generator의 clean 샘플 (평가용)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63040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3145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Transmitter의 열화된 패킷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시나리오 또는 커스텀 샘플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6304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3767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저장소 초기화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63040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/raw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40782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버퍼링된 readings + 결측 seq 리스트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46304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/processed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복구 + 이상 플래그 프레임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46304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/decisions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47000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+ diagnosis + action 히스토리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46304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83280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Zone별 패킷 통계 + 워커 상태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4630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/evaluation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5321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 + 탐지 P/R/F1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463040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/scenarios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83280" y="5632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프리셋 시나리오 라이브러리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46304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5943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라이브니스 프로브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2103120"/>
            <a:ext cx="44805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178040" y="2103120"/>
            <a:ext cx="73152" cy="196596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0664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Store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4066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data/bems.sqlite3  ·  WAL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0664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35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truth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680960" y="30358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Generator가 만든 원본 (ground truth)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0664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635240" y="32186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680960" y="34198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Transmitter가 보낸 degraded data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0664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35240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80960" y="38039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· diagnosis · action 결과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040" y="4206240"/>
            <a:ext cx="44805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178040" y="4206240"/>
            <a:ext cx="73152" cy="210312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297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Worker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74066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1초 주기 · push 방식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406640" y="48920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4 + 5를 백그라운드 스레드에서 실행. 대시보드가 꺼져 있어도 결정은 계속 만들어지고 DB에 영구 기록됨.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새 readings만 골라서 처리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예외 발생 시 last_error에 기록 후 계속 동작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별도 lock으로 store와 안전하게 공유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STAGE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 — 보간 + 3-Detector 앙상블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잃어버린 데이터는 복구하고, 남은 데이터에서 이상을 잡아냅니다.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Reindex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결측 seq 행을 NaN으로 채워 연속화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8328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8620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Interpolate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선형 보간으로 NaN 값 추정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8076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detector 병렬 실행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667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7824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8116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Hard OR Z-score OR IForest → anomaly_any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383280"/>
            <a:ext cx="35356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Robust Z-score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8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기반 · 단변량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MAD(Median Absolute Deviation)로 강건하게 σ를 추정. |z| &gt; 2.5 시 플래그.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빠름, 윈도우 단위로 즉시 계산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단일 이상치에 통계가 오염되지 않음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1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2920" y="3383280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1520" y="3474720"/>
            <a:ext cx="365760" cy="365760"/>
          </a:xfrm>
          <a:prstGeom prst="ellipse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99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Hard Threshold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9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 규격 기반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사양의 하드 임계 (예: power &gt; 8 kW, temp &gt; 30°C)를 직접 비교.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4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4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4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설명 가능, 도메인 룰 그대로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Critical 등급 판정의 1차 기준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2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22920" y="3383280"/>
            <a:ext cx="35356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51520" y="3474720"/>
            <a:ext cx="365760" cy="365760"/>
          </a:xfrm>
          <a:prstGeom prst="ellipse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5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80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IsolationForest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0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다변량 · ML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5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scikit-learn IsolationForest, contamination=0.05. 여러 센서의 결합 패턴이 비정상이면 플래그.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5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5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35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단일 센서로는 못 잡는 패턴 포착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n_estimators=80 · zone별 학습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STAGE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— 결정론적 룰 엔진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센서가 어느 방향으로 발화했는지 패턴을 매칭하여 근본 원인을 추정합니다.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CLASSIFICATION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8424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트리거 없음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1992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또는 IForest만 발화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560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하드 임계 위반  또는  |z| &gt; 4.0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46120"/>
            <a:ext cx="11155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337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ENGINE  ·  9개 규칙, 위에서부터 매칭, 첫 매치 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ID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14884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REQUIRED SIGNALS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26280" y="3657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FORBIDDEN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8932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DIAGNOSIS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32520" y="3657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RECOMMENDED ACTION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3931920"/>
            <a:ext cx="106070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02336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48840" y="402336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 + co2↑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26280" y="402336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89320" y="402336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Possible fire / thermal event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732520" y="402336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Verify smoke detectors, dispatch inspection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77240" y="425196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5653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148840" y="425653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 + humidity↑ + co2↑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26280" y="425653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989320" y="425653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cooling failure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732520" y="425653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Inspect chiller, switch to backup AHU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" y="448513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48970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148840" y="448970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power↑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26280" y="448970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temp↑, co2↑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989320" y="448970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Peak power load event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732520" y="448970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Identify high-consumption circuit, load shed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471830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72287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148840" y="472287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temp↓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26280" y="472287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989320" y="472287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Heating loss / open vent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732520" y="472287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heating loop, inspect doors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7240" y="4951476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956048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148840" y="4956048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co2↑ + humidity↑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26280" y="4956048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power↑, temp↑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989320" y="4956048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 / under-ventilation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732520" y="4956048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Raise outdoor-air damper set-point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77240" y="5184648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7240" y="518922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humidity_anomaly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48840" y="518922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526280" y="518922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989320" y="518922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 anomaly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732520" y="518922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dehumidifier, water ingress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77240" y="541782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42239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low_humidity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148840" y="542239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humidity↓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26280" y="542239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989320" y="542239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humidity / dry air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732520" y="542239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Engage humidifier, check steam pressure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777240" y="565099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65556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co2_only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148840" y="565556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co2↑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526280" y="565556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89320" y="565556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Elevated CO₂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732520" y="565556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Increase outdoor-air intake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77240" y="588416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7240" y="588873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temperature_only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148840" y="588873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526280" y="588873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989320" y="588873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drift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8732520" y="588873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Verify set-point, inspect VAV box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·  STAGE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 — 엔터프라이즈 운영 콘솔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탭으로 분리된 Streamlit 콘솔. 실시간 데이터를 시각화하고 사용자 조작을 받습니다.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359664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헬스 보드 · 6개 서비스 상태 · 결정 타임라인 · zone별 카드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8244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82440" y="2103120"/>
            <a:ext cx="359664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6532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2252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1104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 선택 · 4센서 실시간 차트 · raw vs interpolated · 이상치 오버레이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61960" y="210312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1960" y="2103120"/>
            <a:ext cx="359664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484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02040" y="219456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90560" y="278892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에이전트 위상도 · 각 에이전트의 상태/KPI/책임/소스 파일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4251960"/>
            <a:ext cx="359664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127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152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· zone 필터 · 진단/권고/증거 컬럼 · CSV 내보내기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8244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82440" y="4251960"/>
            <a:ext cx="359664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532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2252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1104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 프리셋 시나리오 원클릭 주입 · 커스텀 센서값 폼 · 최근 주입 이력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61960" y="4251960"/>
            <a:ext cx="35966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061960" y="4251960"/>
            <a:ext cx="359664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4840" y="43616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02040" y="4343400"/>
            <a:ext cx="277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Quality Metrics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290560" y="4937760"/>
            <a:ext cx="3185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 표 · 4-detector P/R/F1 표 · F1 비교 막대 차트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  &amp;  Alerts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운영자가 시스템을 모니터링하고 알림을 조치하는 두 화면.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OK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24912"/>
            <a:ext cx="85344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49352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34696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5384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072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Metrics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4782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782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PACKETS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4782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3164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64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LOSS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3164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11%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546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546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DECISIONS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31546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9928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928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39928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31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31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4831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00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System Services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41605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1605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40080" y="443484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44348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080" y="470916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47091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40080" y="498348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83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40080" y="525780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52578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40080" y="55321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1520" y="5532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#1  —  Operations View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26364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635508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76656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OK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35508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008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25424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0768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961120" y="2724912"/>
            <a:ext cx="85344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96112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81456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0668000" y="2724912"/>
            <a:ext cx="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Metrics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#4  —  Alerts Feed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00800" y="3108960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00800" y="3108960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10528" y="3145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14:23:05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510528" y="35478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33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7589520" y="3163824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Possible fire / thermal event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89520" y="338328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Verify smoke detectors; dispatch on-site inspection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400800" y="3785616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400800" y="3785616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10528" y="3822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14:23:04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510528" y="4224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Zone-B · seq 28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589520" y="3840480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cooling failure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89520" y="405993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Inspect chiller, switch to backup AHU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0" y="4462272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400800" y="4462272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10528" y="44988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14:23:03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510528" y="49011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Zone-C · seq 44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589520" y="451713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 / under-ventilation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7589520" y="47365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Raise outdoor-air damper set-point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6400800" y="51389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400800" y="5138928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10528" y="517550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14:23:02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6510528" y="55778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31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7589520" y="519379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drift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7589520" y="54132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Verify set-point, inspect VAV box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  &amp;  Quality Metrics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직접 시나리오를 주입하고, 시스템 품질을 정량적으로 평가합니다.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#5  —  Scenario Lab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Controlled Fault Injection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synthetic samples into the pipeline to validate runbooks. Injected samples are labelled as ground-truth anomalies.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47472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5295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6758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Fire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80160" y="4178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Failure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80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5354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0160" y="4681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Peak Power Load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" y="498348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83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038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80160" y="51846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Cold Snap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48640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486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280160" y="5687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#6  —  Quality Metrics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4652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Quality Metrics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4652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Evaluation against ground-truth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46520" y="2880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Interpolation MAE  ·  recovered seqs only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46520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00100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73252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446520" y="3410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0100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kW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32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46520" y="366674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°C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3252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46520" y="39227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0100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3252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46520" y="41788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00100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ppm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73252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11.8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46520" y="46177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Detection F1  ·  vs ground-truth labels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446520" y="4892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zscore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26680" y="493776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26680" y="4937760"/>
            <a:ext cx="2370125" cy="146304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064240" y="48920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46520" y="51663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hard_threshold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26680" y="521208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726680" y="5212080"/>
            <a:ext cx="2995574" cy="146304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1064240" y="51663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446520" y="5440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iforest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726680" y="548640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726680" y="5486400"/>
            <a:ext cx="2238451" cy="146304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064240" y="5440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446520" y="5715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726680" y="576072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26680" y="5760720"/>
            <a:ext cx="3094330" cy="146304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064240" y="57150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· 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시스템으로 할 수 있는 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실제로 수행 가능한 작업 8가지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모니터링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zone의 4센서 데이터를 1초 단위 라이브 차트로 관찰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8660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손실 복구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10% 드롭된 시퀀스를 자동으로 보간하여 시계열 단절 제거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탐지기 비교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588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· 하드 임계 · IsolationForest 3개를 동시에 적용하고 결과 비교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근본 원인 자동 추정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룰을 매칭하여 어떤 유형의 사고인지 진단 + 권고 조치 출력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🧪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2588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주입 테스트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2588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 프리셋(화재/HVAC/피크/저온/점유) 원클릭, 또는 임의 센서값 직접 입력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8660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정량적 품질 평가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MAE와 각 detector의 P/R/F1을 ground truth와 비교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8580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📤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내보내기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2588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필터링한 알림 목록을 CSV로 다운로드 (운영 보고서 생성)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🗄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0866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영속화 및 리셋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8660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SQLite로 재시작 후에도 이력 유지, 사이드바에서 원클릭 초기화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·  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성과와 향후 과제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ACHIEVED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프로젝트가 달성한 것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 — 모두 독립 프로세스로 분리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10% 패킷 손실 + 0.2–1.5s 지연 환경에서 시계열 무결성 유지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3-detector 앙상블로 단변량/다변량 이상 모두 포착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룰 엔진으로 결정론적·감사 가능한 진단 (블랙박스 X)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엔터프라이즈 톤의 6탭 운영 콘솔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 24개 — 데드락 회귀 테스트 포함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ground-truth 라벨 기반 P/R/F1 정량 평가 내장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6A4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5B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확장 방향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4944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ASHRAE 데이터셋으로 분포 fit (현재는 sin 근사)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시계열 모델 추가 — LSTM/AR로 IsolationForest와 비교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940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944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WebSocket으로 실시간 push (지금은 폴링)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 건물 (multi-site) 확장과 권한 분리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2940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944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 전송 채널 — Slack / 이메일 / 페이지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944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/ Prometheus 메트릭 export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인증 (현재 /ingest 공개)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 ·  Q &amp; 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44200" y="6583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ICT Module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BEMS Anomaly Operations Center</dc:title>
  <dc:subject>PptxGenJS Presentation</dc:subject>
  <dc:creator>김성현 · 2021271250</dc:creator>
  <cp:lastModifiedBy>김성현 · 2021271250</cp:lastModifiedBy>
  <cp:revision>1</cp:revision>
  <dcterms:created xsi:type="dcterms:W3CDTF">2026-05-30T08:36:04Z</dcterms:created>
  <dcterms:modified xsi:type="dcterms:W3CDTF">2026-05-30T08:36:04Z</dcterms:modified>
</cp:coreProperties>
</file>